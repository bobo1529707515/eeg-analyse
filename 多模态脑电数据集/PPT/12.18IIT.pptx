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9" r:id="rId4"/>
    <p:sldId id="260" r:id="rId5"/>
    <p:sldId id="265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95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1AC99F-006D-4B17-9055-6EEB5C7934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5A7BE6B-9B42-4014-AA6C-2EE56B3009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070D00-CAB5-4ED8-8E54-D9899B3F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A26DA-1538-4D80-927D-A9BEBBD2D62C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844C26-6E3B-468B-A415-D37084D9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51F50D-31A9-4820-BDA5-04F92FA2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61675-A14F-4F44-B1E7-D4A2F1947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416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1AA2AE-DE81-41AA-8577-F2AB2496C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24BF99-8321-4832-9798-BD245AFBC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A27E37-B7C9-4882-8F26-EE6AB6710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A26DA-1538-4D80-927D-A9BEBBD2D62C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F28F94-DE53-4A30-B30D-2A8303E60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662D40-FBB1-4827-9B94-18F881AD5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61675-A14F-4F44-B1E7-D4A2F1947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6837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FAF936-4053-45D1-B582-5C8F3B1A1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46CD4E-202E-4802-A9F5-BD1D334F9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600C94-EA76-4500-8731-950D144AD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A26DA-1538-4D80-927D-A9BEBBD2D62C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7ACF6B-B6D6-489E-AC09-C1AD6B3D0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98C329-441B-4545-BE1C-94D976304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61675-A14F-4F44-B1E7-D4A2F1947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516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D1DC96-25CF-4D63-99F0-CDFC7E166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A618DE-0686-486E-A233-F0F1C9CF5E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161169-3A1E-46DD-BD4B-AF723F93A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13435A-4313-44EB-A876-A3AA95C2F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A26DA-1538-4D80-927D-A9BEBBD2D62C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0C6C3E-5969-4173-AD4A-1987867C5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6C7C33-CBF2-411A-A204-FD4229847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61675-A14F-4F44-B1E7-D4A2F1947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59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FD121E-BB3E-4A00-9C8C-64E9ACAFD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CA97E5-0DA8-49D1-A283-3B5E19764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1615DC-5DAD-4041-9AC3-B54B8AED6F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CD1600D-7A63-4AA4-83E9-AE704DAD06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7DE69F2-E8BC-430F-BFD2-CF2BA69199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3C58B34-6279-41AD-9BF5-1CA1025B1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A26DA-1538-4D80-927D-A9BEBBD2D62C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D2F8565-3C27-4ACB-B302-E96406C4D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92C7011-9099-4D53-B759-C9116EF61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61675-A14F-4F44-B1E7-D4A2F1947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6163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6D19F4-422D-4451-9C80-2A0370626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8E56480-C8C8-4FA8-8A5E-F7317818E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A26DA-1538-4D80-927D-A9BEBBD2D62C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7C25B5B-845A-422D-8F1A-1AB4AA1BC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32A25F3-D817-4F4E-B44D-317B7D6B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61675-A14F-4F44-B1E7-D4A2F1947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363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E954BA8-13B0-4F09-92DE-2EDB854ED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A26DA-1538-4D80-927D-A9BEBBD2D62C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AAFC97C-3B20-4E15-BDEE-A4A24671C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FDBB7D-CF02-43EA-B706-991A676FE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61675-A14F-4F44-B1E7-D4A2F1947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124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5A291B-60AF-41EA-970F-0DA8EE1DE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F4029D-06C5-461B-90E2-41F2AB577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B682D91-E035-4359-9A06-A6FF95BBA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F36D5A-A3F2-4D38-B5FA-AB23AD6E1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A26DA-1538-4D80-927D-A9BEBBD2D62C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8A75A2-108D-4AB0-8758-46F149A79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19A262-A6A7-4608-9365-0694A57AE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61675-A14F-4F44-B1E7-D4A2F1947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383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F90D49-EEB8-4C74-8860-8413D2474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032C263-2B80-4E2B-8A31-224C423048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83D0259-55AB-4749-8778-4DD0C5EF2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6FFA76-489F-411D-9E60-C76AFFFA0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A26DA-1538-4D80-927D-A9BEBBD2D62C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7F07BD-F6B7-4DA7-8D62-AB626C906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6B876C-761B-4194-BB16-3ACB3F6F4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61675-A14F-4F44-B1E7-D4A2F1947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830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510010-A0D4-4651-AAA3-F7730DA5E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F450A0-29E1-4FA4-909F-CC8A63654C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80FF80-E366-4DD2-9AC4-98474D223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A26DA-1538-4D80-927D-A9BEBBD2D62C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766F4D-F87B-4196-A110-C43DBC14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049F50-4B0B-4B11-BBC9-2783A788B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61675-A14F-4F44-B1E7-D4A2F1947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8116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79F6DA0-6584-4CBF-B55E-4360EFBE96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3E87AD0-AEAC-4B59-B1C8-EDA72EBA71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DC027C-C991-4ADF-8153-C9E243399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A26DA-1538-4D80-927D-A9BEBBD2D62C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27B43A-CA1D-457B-8FD7-6B15A1A1B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423EEA-3132-48BC-B626-3BDD5AB4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61675-A14F-4F44-B1E7-D4A2F1947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6819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7803ADC-88FA-403D-8676-858A5520E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E4E907-1999-4712-ACC3-E3F0E0302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0D3D6E-0EF8-42D3-A7D4-BD750EC6A4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AA26DA-1538-4D80-927D-A9BEBBD2D62C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B4E482-8705-4D83-BED1-D469390C4B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E049ED-3233-4A38-ACC1-D393F82B1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861675-A14F-4F44-B1E7-D4A2F1947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4266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6A9C8F9-6709-4A77-9A2B-E7B522E21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44"/>
            <a:ext cx="6553768" cy="341405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491BC0C-4437-40F4-892E-A8350D61BE58}"/>
              </a:ext>
            </a:extLst>
          </p:cNvPr>
          <p:cNvSpPr txBox="1"/>
          <p:nvPr/>
        </p:nvSpPr>
        <p:spPr>
          <a:xfrm>
            <a:off x="466725" y="4781550"/>
            <a:ext cx="52959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0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利用 </a:t>
            </a:r>
            <a:r>
              <a:rPr lang="en-US" altLang="zh-CN" b="0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918 </a:t>
            </a:r>
            <a:r>
              <a:rPr lang="zh-CN" altLang="en-US" b="0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人的多模态数据，通过对比学习，训练出一个适合元学习的表征</a:t>
            </a:r>
          </a:p>
          <a:p>
            <a:pPr algn="l"/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数据流：</a:t>
            </a:r>
            <a:endParaRPr lang="en-US" altLang="zh-CN" b="1" i="0" dirty="0">
              <a:solidFill>
                <a:srgbClr val="24292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lang="en-US" altLang="zh-CN" b="0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[EEG + </a:t>
            </a:r>
            <a:r>
              <a:rPr lang="en-US" altLang="zh-CN" b="0" i="0" dirty="0" err="1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fNIRS</a:t>
            </a:r>
            <a:r>
              <a:rPr lang="en-US" altLang="zh-CN" b="0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] </a:t>
            </a:r>
            <a:r>
              <a:rPr lang="en-US" altLang="zh-CN" b="0" i="0" dirty="0">
                <a:solidFill>
                  <a:srgbClr val="24292F"/>
                </a:solidFill>
                <a:effectLst/>
                <a:latin typeface="KaTeX_Main"/>
                <a:ea typeface="Microsoft YaHei" panose="020B0503020204020204" pitchFamily="34" charset="-122"/>
              </a:rPr>
              <a:t>→→</a:t>
            </a:r>
            <a:r>
              <a:rPr lang="en-US" altLang="zh-CN" b="0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 </a:t>
            </a: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EFRM Encoder</a:t>
            </a:r>
            <a:r>
              <a:rPr lang="en-US" altLang="zh-CN" b="0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 </a:t>
            </a:r>
            <a:r>
              <a:rPr lang="en-US" altLang="zh-CN" b="0" i="0" dirty="0">
                <a:solidFill>
                  <a:srgbClr val="24292F"/>
                </a:solidFill>
                <a:effectLst/>
                <a:latin typeface="KaTeX_Main"/>
                <a:ea typeface="Microsoft YaHei" panose="020B0503020204020204" pitchFamily="34" charset="-122"/>
              </a:rPr>
              <a:t>→→</a:t>
            </a:r>
            <a:r>
              <a:rPr lang="en-US" altLang="zh-CN" b="0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 [</a:t>
            </a:r>
            <a:r>
              <a:rPr lang="zh-CN" altLang="en-US" b="0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高质量特征向量</a:t>
            </a:r>
            <a:r>
              <a:rPr lang="en-US" altLang="zh-CN" b="0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] </a:t>
            </a:r>
            <a:r>
              <a:rPr lang="zh-CN" altLang="en-US" b="0" i="0" dirty="0">
                <a:solidFill>
                  <a:srgbClr val="24292F"/>
                </a:solidFill>
                <a:effectLst/>
                <a:latin typeface="KaTeX_Main"/>
                <a:ea typeface="Microsoft YaHei" panose="020B0503020204020204" pitchFamily="34" charset="-122"/>
              </a:rPr>
              <a:t>→→</a:t>
            </a:r>
            <a:r>
              <a:rPr lang="zh-CN" altLang="en-US" b="0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 </a:t>
            </a: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送入 </a:t>
            </a: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MAML/TCPL </a:t>
            </a: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进行元学习</a:t>
            </a:r>
            <a:r>
              <a:rPr lang="zh-CN" altLang="en-US" b="0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59F7118-D0E8-4D62-991D-792C02B37F4D}"/>
              </a:ext>
            </a:extLst>
          </p:cNvPr>
          <p:cNvSpPr txBox="1"/>
          <p:nvPr/>
        </p:nvSpPr>
        <p:spPr>
          <a:xfrm>
            <a:off x="7029450" y="1972360"/>
            <a:ext cx="481012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EFRM</a:t>
            </a:r>
            <a:r>
              <a:rPr lang="zh-CN" altLang="en-US" b="0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：为元学习准备的多模态脑信号表征学习框架</a:t>
            </a:r>
            <a:endParaRPr lang="en-US" altLang="zh-CN" b="0" i="0" dirty="0">
              <a:solidFill>
                <a:srgbClr val="24292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dirty="0">
              <a:solidFill>
                <a:srgbClr val="24292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dirty="0"/>
              <a:t>收集了 </a:t>
            </a:r>
            <a:r>
              <a:rPr lang="en-US" altLang="zh-CN" dirty="0"/>
              <a:t>918</a:t>
            </a:r>
            <a:r>
              <a:rPr lang="zh-CN" altLang="en-US" dirty="0"/>
              <a:t>人、</a:t>
            </a:r>
            <a:r>
              <a:rPr lang="en-US" altLang="zh-CN" dirty="0"/>
              <a:t>1250</a:t>
            </a:r>
            <a:r>
              <a:rPr lang="zh-CN" altLang="en-US" dirty="0"/>
              <a:t>小时的数据（混合了</a:t>
            </a:r>
            <a:r>
              <a:rPr lang="en-US" altLang="zh-CN" dirty="0"/>
              <a:t>EEG</a:t>
            </a:r>
            <a:r>
              <a:rPr lang="zh-CN" altLang="en-US" dirty="0"/>
              <a:t>和</a:t>
            </a:r>
            <a:r>
              <a:rPr lang="en-US" altLang="zh-CN" dirty="0" err="1"/>
              <a:t>fNIRS</a:t>
            </a:r>
            <a:r>
              <a:rPr lang="zh-CN" altLang="en-US" dirty="0"/>
              <a:t>）。</a:t>
            </a:r>
          </a:p>
          <a:p>
            <a:r>
              <a:rPr lang="zh-CN" altLang="en-US" dirty="0"/>
              <a:t>用 </a:t>
            </a:r>
            <a:r>
              <a:rPr lang="en-US" altLang="zh-CN" dirty="0"/>
              <a:t>Masked Autoencoder (MAE) </a:t>
            </a:r>
            <a:r>
              <a:rPr lang="zh-CN" altLang="en-US" dirty="0"/>
              <a:t>强迫模型从残缺数据中还原信号。</a:t>
            </a:r>
          </a:p>
          <a:p>
            <a:r>
              <a:rPr lang="zh-CN" altLang="en-US" dirty="0"/>
              <a:t>用对比学习拉近 </a:t>
            </a:r>
            <a:r>
              <a:rPr lang="en-US" altLang="zh-CN" dirty="0"/>
              <a:t>EEG </a:t>
            </a:r>
            <a:r>
              <a:rPr lang="zh-CN" altLang="en-US" dirty="0"/>
              <a:t>和 </a:t>
            </a:r>
            <a:r>
              <a:rPr lang="en-US" altLang="zh-CN" dirty="0" err="1"/>
              <a:t>fNIRS</a:t>
            </a:r>
            <a:r>
              <a:rPr lang="en-US" altLang="zh-CN" dirty="0"/>
              <a:t> </a:t>
            </a:r>
            <a:r>
              <a:rPr lang="zh-CN" altLang="en-US" dirty="0"/>
              <a:t>的特征距</a:t>
            </a:r>
          </a:p>
        </p:txBody>
      </p:sp>
    </p:spTree>
    <p:extLst>
      <p:ext uri="{BB962C8B-B14F-4D97-AF65-F5344CB8AC3E}">
        <p14:creationId xmlns:p14="http://schemas.microsoft.com/office/powerpoint/2010/main" val="1043822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D832B6D2-67B2-40BC-8349-40F130BE6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006" y="0"/>
            <a:ext cx="105679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6961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4A880DD4-F787-4546-82CE-B884CAB32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16383" cy="262460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BF864D8-F842-464B-8FD0-E278AF99A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3266738"/>
            <a:ext cx="11639550" cy="193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455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8A5087A-4C69-41C9-9E22-57787CD95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" y="201326"/>
            <a:ext cx="5505450" cy="607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869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4619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99</Words>
  <Application>Microsoft Office PowerPoint</Application>
  <PresentationFormat>宽屏</PresentationFormat>
  <Paragraphs>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KaTeX_Main</vt:lpstr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艺博 袁</dc:creator>
  <cp:lastModifiedBy>艺博 袁</cp:lastModifiedBy>
  <cp:revision>7</cp:revision>
  <dcterms:created xsi:type="dcterms:W3CDTF">2025-12-18T02:12:07Z</dcterms:created>
  <dcterms:modified xsi:type="dcterms:W3CDTF">2025-12-18T03:43:30Z</dcterms:modified>
</cp:coreProperties>
</file>