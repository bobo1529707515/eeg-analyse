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1870E-FAFB-408B-AB58-0F7366BB0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68989D-A15B-4CAC-AB69-16C5D0B05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5DD230-FD68-4FC7-9750-955F5039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C7DE0C-3248-4129-BF49-CECFDFC6D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2FA04-B387-48DE-9860-09A8B751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62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B2442-17D8-4C73-9EAB-3E06D3CB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45FE0-CCFB-454E-9F6C-AD45367C2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E77F22-CAF3-4F54-A206-FD15FBED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E0527-0E90-41DB-A0AD-8789F7C7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7B628F-C751-468C-9017-C9435E287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74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C4B6D-944F-47F2-B328-DF664056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447879-1F5F-4631-ABCB-193B1326C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20E2D-D505-4221-ABDE-9B36FF8B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F069A0-DB45-4EC8-B1E0-85BCA398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FD0345-53CF-4A63-AC10-87FA0166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42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24D50-30DF-490A-B388-CAF0856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09F7D-DB32-42D5-931D-A4931AAA6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4EF7C9-D910-420A-A79F-9043E33B8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0E6DC3-4B7C-4693-BD49-03DDE27A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98678E-1F58-4DE0-9F8D-A97A3910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4789AD-64F9-4C2A-9FD9-87154CAD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44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9BBD4-1659-4DEC-AD0B-6F74DFED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2A33B1-2164-41EF-AD0B-A56411630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0A4575-2125-4EC0-939D-2E45BF29D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5490C0-EEA7-4AF7-A64F-B07346406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0CDE46-6E64-446C-A4B7-3A23E4C14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666D43-20DF-4ACC-BA37-37E2D98E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4C4A39-BB8A-468D-981A-F8490648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F73E43-7BD9-4CED-A3E2-9EF07211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32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0AFB6-CC6C-4BA5-B262-1A598F74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ABF29F-9972-4850-8DF3-8BF0EE5C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4845D8-AE98-4D90-A0D3-7221D5CE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EAF9C7-FB98-4F8F-BCAF-29D5877A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48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4D722-9E8F-4B46-8B6B-8A76D7A0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2CBCC4-E63A-4B88-A6D1-87F5A459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CC24F-35F5-4F74-A7EA-ED0D2D36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80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7DFEC-A1CA-4315-B6D8-E80C123A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291CD6-5273-4186-B125-57DDC949C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23D5F9-7D32-4F64-86A6-510F9478B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125002-DA63-4AB8-84E9-CEB2F6E5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6F7760-9F57-4E0E-9D36-3DF43D04D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A77F85-C52E-4C60-8826-4EAFFD99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82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C49D3-4602-422F-8968-F647FAA32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881DC6-7D26-42D4-A9AF-2256C2BE9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19BA06-B319-4D4D-9BA3-2758A46B7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02E438-79A3-4A09-8BFD-2751F59C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A4F42B-A03B-45CB-99AF-F92850D1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9A009D-63EB-4480-B751-C89792C7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625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44969-462E-4BC9-92EE-181CD617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F74DD7-52A8-47A7-91B6-7FE0524DB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E99D1D-D5DD-4F11-B8A7-B910E92A7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1F7B29-CC9B-4543-92C1-7644B97B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9AD8A-E430-45D1-8C9C-7EC7C28D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18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4EE1F8-386E-437C-8DDF-687DEED0F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8EBE65-DCDC-41A5-9ACB-5E78B5ED6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472DC-F71C-4D8E-A213-0591DE73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06CBE-1474-4C95-BC98-754EA671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35EB3-6F42-4F1C-A38C-24BB5753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75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6DFE9D-918A-4A88-8EAA-20DF717D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0014CC-3619-402B-8142-20894E585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55F61E-001B-4684-B592-F01F3C218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1B45A-567C-4E3F-AED3-75FA8D7DAB0B}" type="datetimeFigureOut">
              <a:rPr lang="zh-CN" altLang="en-US" smtClean="0"/>
              <a:t>2026/1/1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D6C117-0CAE-4E56-822C-B22FD8026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0F22D8-14B6-4A34-BD28-11BF8457A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59F0C-0278-41E7-9F56-1D09D1CA8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22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827237A-3D08-4177-9FEE-4E185DA3C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44" y="83530"/>
            <a:ext cx="10295512" cy="66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05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4E2D82-451B-433E-92E3-A86FE87F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703" y="944664"/>
            <a:ext cx="6858594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79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9A2E74-399A-40CD-98AF-44B6F9140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294" y="523875"/>
            <a:ext cx="7961412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2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E1E58F-F042-4A2A-8A69-16361C122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84" y="552200"/>
            <a:ext cx="7978831" cy="57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0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64DF2F6-2756-4E0C-BB1F-2ACD171CB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7" y="0"/>
            <a:ext cx="9525825" cy="21109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24AEB6D-87E9-4E28-8A6E-0E1E353B1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7" y="3114569"/>
            <a:ext cx="4793395" cy="24386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3DB64C-6E0E-4BF9-A1B1-FCBD3158B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196" y="3114569"/>
            <a:ext cx="4595258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555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艺博 袁</dc:creator>
  <cp:lastModifiedBy>艺博 袁</cp:lastModifiedBy>
  <cp:revision>5</cp:revision>
  <dcterms:created xsi:type="dcterms:W3CDTF">2026-01-01T15:59:27Z</dcterms:created>
  <dcterms:modified xsi:type="dcterms:W3CDTF">2026-01-02T03:23:52Z</dcterms:modified>
</cp:coreProperties>
</file>